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CADCFC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ClickUp OSS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Management Reimagined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Source. Self-Hosted. AI-Native.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657600" cy="32004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Workflows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use 5+ tools for docs, tasks, and chats.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Lock-in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Proprietary systems hold your data hostage.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Costs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tiers cost $30+/user/month.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0" y="16459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80%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5029200" y="30175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teams struggle with tool fragmentation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Solution: ClickUp OSS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2743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All-in-One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Tasks, Docs, Goals, and Whiteboards combined.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371600"/>
            <a:ext cx="2560320" cy="2743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Self-Hosted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566160" y="246888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data ownership. Deploy on your infrastructure.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2560320" cy="2743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AI-Native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0" y="246888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summarization, writing assistance, and automated planning.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Microservices Architecture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Gateway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Express.js, WS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Routing, Rate Limiting, Real-time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Services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Node.js, TypeScript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Task, Docs, Identity, Goals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Message Bus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NATS JetStream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Eventual Consistency, WebSockets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PostgreSQL, Redis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Relational persistence, Caching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Search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Elasticsearch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 full-text search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at the Core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657600" cy="2743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Powered by Anthropic &amp; OpenAI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0" y="137160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Breakdown: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subtasks instantly.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Assistant: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Polish, expand, or fix grammar.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 Generation: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 PRDs and meeting notes.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 to Build?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Clone. Deploy. Conquer.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ClickUp OSS Pitch Deck</dc:title>
  <dc:subject>PptxGenJS Presentation</dc:subject>
  <dc:creator>Engineering Team</dc:creator>
  <cp:lastModifiedBy>Engineering Team</cp:lastModifiedBy>
  <cp:revision>1</cp:revision>
  <dcterms:created xsi:type="dcterms:W3CDTF">2026-04-24T08:48:10Z</dcterms:created>
  <dcterms:modified xsi:type="dcterms:W3CDTF">2026-04-24T08:48:10Z</dcterms:modified>
</cp:coreProperties>
</file>